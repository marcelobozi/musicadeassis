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6858000" type="screen4x3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892" y="1279525"/>
            <a:ext cx="460586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750945"/>
            <a:ext cx="7382351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5491163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 descr="slide_02domingo-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WBJ-371-Marcelo</dc:creator>
  <cp:lastModifiedBy>WBJ-371-Marcelo</cp:lastModifiedBy>
  <cp:revision>4</cp:revision>
  <dcterms:created xsi:type="dcterms:W3CDTF">2025-07-23T00:59:00Z</dcterms:created>
  <dcterms:modified xsi:type="dcterms:W3CDTF">2026-02-09T13:42:16Z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1046-12.2.0.23196</vt:lpwstr>
  </property>
  <property fmtid="{D5CDD505-2E9C-101B-9397-08002B2CF9AE}" pid="3" name="ICV">
    <vt:lpwstr>3569435F685E404D959A48029E2866B9_11</vt:lpwstr>
  </property>
</Properties>
</file>